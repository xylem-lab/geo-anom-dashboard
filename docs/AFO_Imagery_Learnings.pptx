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AFO Imagery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7BC62"/>
                </a:solidFill>
                <a:latin typeface="Calibri"/>
              </a:rPr>
              <a:t>What we learned testing zero-shot detection on real NAIP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GEO-ANOM  |  Task Tracker #2  |  Umesh  |  7/20/2026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C5F2D"/>
                </a:solidFill>
                <a:latin typeface="Cambria"/>
              </a:rPr>
              <a:t>What we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Question going in: does zero-shot detection actually work on the AFO feature classes that matter — poultry houses and manure lagoons — or do we need to invest in fine-tuning first?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Selected the 10 highest-headcount AFO permits from the MDE registry (315K–595K birds each) — the sites most likely to have large, obvious poultry houses and lagoons.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Downloaded a fresh 1m-resolution NAIP tile for each site from Maryland's public iMAP ImageServer (no auth needed — all 10 succeeded).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Ran the existing YOLO-World zero-shot detector, prompted directly for: “poultry house,” “chicken barn,” “manure lagoon,” “feedlot,” “grain silo,” “agricultural pond.”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GEO-ANOM — Task Tracker #2 — 7/20/2026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C5F2D"/>
                </a:solidFill>
                <a:latin typeface="Cambria"/>
              </a:rPr>
              <a:t>The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657600" cy="237744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1">
                <a:solidFill>
                  <a:srgbClr val="FFFFFF"/>
                </a:solidFill>
                <a:latin typeface="Cambria"/>
              </a:rPr>
              <a:t>0 / 10</a:t>
            </a:r>
          </a:p>
          <a:p>
            <a:pPr algn="ctr"/>
            <a:r>
              <a:rPr sz="1600">
                <a:solidFill>
                  <a:srgbClr val="97BC62"/>
                </a:solidFill>
                <a:latin typeface="Calibri"/>
              </a:rPr>
              <a:t>sites with a poultry house
or lagoon detected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55448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3 detections total across all 10 tiles — all mislabeled “grain silo,” at 1.2–1.7% confidence (noise-level).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Zero poultry houses, zero chicken barns, zero manure lagoons found — despite these being broiler operations with 300K+ birds.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We visually checked the raw tiles ourselves: poultry houses are clearly, unmistakably visible to the eye at every site inspected.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Conclusion: this is not a data problem. The signal is in the imagery — the off-the-shelf model just isn’t finding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GEO-ANOM — Task Tracker #2 — 7/20/2026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5F2D"/>
                </a:solidFill>
                <a:latin typeface="Cambria"/>
              </a:rPr>
              <a:t>The imagery is fine — the model isn't finding it</a:t>
            </a:r>
          </a:p>
        </p:txBody>
      </p:sp>
      <p:pic>
        <p:nvPicPr>
          <p:cNvPr id="3" name="Picture 2" descr="site_00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143000"/>
            <a:ext cx="6000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Minh Vinh farm (595,000 birds) — 12 poultry houses across 3 clusters, clearly visible. YOLO-World: 0 detections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A flag on the existing dashboard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While investigating why the prior 70-detection dataset skewed toward silos/feedlots/ponds instead of poultry houses, we traced it to configs/maryland.yaml: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5486400" cy="10058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600">
                <a:solidFill>
                  <a:srgbClr val="97BC62"/>
                </a:solidFill>
                <a:latin typeface="Courier New"/>
              </a:rPr>
              <a:t>yolo_world:
  confidence_threshold: 0.01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A 1% confidence floor lets essentially random noise through as a “detection.”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The existing 70 “detections” currently shown in the pipeline/dashboard are not reliable signal — worth flagging before those numbers get used or cited anywhere.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GEO-ANOM — Task Tracker #2 — 7/20/2026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Verdict &amp; recommended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7BC62"/>
                </a:solidFill>
                <a:latin typeface="Calibri"/>
              </a:rPr>
              <a:t>Off-the-shelf zero-shot detection does not work for finding poultry houses / lagoons in NAIP imagery — this is a model-capability gap, not a data-availability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Fine-tune YOLOv8 on a small hand-labeled set — even 20–30 boxed poultry houses would likely be enough given how regular/distinctive the shape is.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Or, as a cheaper first pass: try a stronger vision-language checkpoint / better prompt engineering before committing to labeling.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Either way: “continue extraction work” now has a concrete, falsifiable next step — not an open-ended “run the pipeline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GEO-ANOM — Task Tracker #2 — 7/20/2026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C5F2D"/>
                </a:solidFill>
                <a:latin typeface="Cambria"/>
              </a:rPr>
              <a:t>Where to find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Script: scripts/top_headcount_imagery_test.py</a:t>
            </a:r>
          </a:p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Raw detections: data/processed/detections/top10_yolo_world_detections.geojson</a:t>
            </a:r>
          </a:p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Downloaded tiles: data/raw/naip_tiles_top10/</a:t>
            </a:r>
          </a:p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Full write-up: docs/imagery_extraction_experiment_2026-07-20.md</a:t>
            </a:r>
          </a:p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Repo: github.com/xylem-lab/GEO-ANOM-dashboard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GEO-ANOM — Task Tracker #2 — 7/20/2026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