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AFO Imagery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7BC62"/>
                </a:solidFill>
                <a:latin typeface="Calibri"/>
              </a:rPr>
              <a:t>What we learned testing zero-shot detection on real NAIP imagery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GEO-ANOM  |  Task Tracker #2  |  Umesh  |  7/20/2026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C5F2D"/>
                </a:solidFill>
                <a:latin typeface="Cambria"/>
              </a:rPr>
              <a:t>What we did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Question going in: does zero-shot detection actually work on the AFO feature classes that matter — poultry houses and manure lagoons — or do we need to invest in fine-tuning first?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Selected the 10 highest-headcount AFO permits from the MDE registry (315K–595K birds each) — the sites most likely to have large, obvious poultry houses and lagoons.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Downloaded a fresh 1m-resolution NAIP tile for each site from Maryland's public iMAP ImageServer (no auth needed — all 10 succeeded).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Ran the existing YOLO-World zero-shot detector, prompted directly for: “poultry house,” “chicken barn,” “manure lagoon,” “feedlot,” “grain silo,” “agricultural pond.”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GEO-ANOM — Task Tracker #2 — 7/20/2026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C5F2D"/>
                </a:solidFill>
                <a:latin typeface="Cambria"/>
              </a:rPr>
              <a:t>The result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657600" cy="23774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400" b="1">
                <a:solidFill>
                  <a:srgbClr val="FFFFFF"/>
                </a:solidFill>
                <a:latin typeface="Cambria"/>
              </a:rPr>
              <a:t>0 / 10</a:t>
            </a:r>
          </a:p>
          <a:p>
            <a:pPr algn="ctr"/>
            <a:r>
              <a:rPr sz="1600">
                <a:solidFill>
                  <a:srgbClr val="97BC62"/>
                </a:solidFill>
                <a:latin typeface="Calibri"/>
              </a:rPr>
              <a:t>sites with a poultry house
or lagoon detected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554480"/>
            <a:ext cx="6675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3 detections total across all 10 tiles — all mislabeled “grain silo,” at 1.2–1.7% confidence (noise-level).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Zero poultry houses, zero chicken barns, zero manure lagoons found — despite these being broiler operations with 300K+ birds.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We visually checked the raw tiles ourselves: poultry houses are clearly, unmistakably visible to the eye at every site inspected.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Conclusion: this is not a data problem. The signal is in the imagery — the off-the-shelf model just isn’t finding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GEO-ANOM — Task Tracker #2 — 7/20/2026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C5F2D"/>
                </a:solidFill>
                <a:latin typeface="Cambria"/>
              </a:rPr>
              <a:t>The imagery is fine — the model isn't finding it</a:t>
            </a:r>
          </a:p>
        </p:txBody>
      </p:sp>
      <p:pic>
        <p:nvPicPr>
          <p:cNvPr id="3" name="Picture 2" descr="site_00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143000"/>
            <a:ext cx="6000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Minh Vinh farm (595,000 birds) — 12 poultry houses across 3 clusters, clearly visible. YOLO-World: 0 detections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So we tried something else — and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Poultry houses and lagoons both have very distinctive, consistent visual signatures — bright elongated roofs, teal/turquoise water.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Instead of fine-tuning a model, we tried plain color + shape filtering (OpenCV) — no training data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657600"/>
            <a:ext cx="5120640" cy="20116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0" b="1">
                <a:solidFill>
                  <a:srgbClr val="FFFFFF"/>
                </a:solidFill>
                <a:latin typeface="Cambria"/>
              </a:rPr>
              <a:t>122</a:t>
            </a:r>
          </a:p>
          <a:p>
            <a:pPr algn="ctr"/>
            <a:r>
              <a:rPr sz="1500">
                <a:solidFill>
                  <a:srgbClr val="97BC62"/>
                </a:solidFill>
                <a:latin typeface="Calibri"/>
              </a:rPr>
              <a:t>poultry houses found across all 10 tiles
(vs. 0 from zero-shot)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3657600"/>
            <a:ext cx="5669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Plus 2 correctly-identified water bodies. Known limits: occasionally boxes bright roads too (precision, not perfect); lagoon detector is conservative — likely misses darker/murkier lagoons rather than false-alarming.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GEO-ANOM — Task Tracker #2 — 7/20/2026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C5F2D"/>
                </a:solidFill>
                <a:latin typeface="Cambria"/>
              </a:rPr>
              <a:t>Every visible poultry house, correctly boxed</a:t>
            </a:r>
          </a:p>
        </p:txBody>
      </p:sp>
      <p:pic>
        <p:nvPicPr>
          <p:cNvPr id="3" name="Picture 2" descr="cv_annotated_sit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143000"/>
            <a:ext cx="4572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Minh Vinh farm — all 15 detected boxes (3 clusters) land on real structures, including a small farm not part of this permit.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C5F2D"/>
                </a:solidFill>
                <a:latin typeface="Cambria"/>
              </a:rPr>
              <a:t>A flag on the existing dashboard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While investigating why the prior 70-detection dataset skewed toward silos/feedlots/ponds instead of poultry houses, we traced it to configs/maryland.yaml: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377440"/>
            <a:ext cx="5486400" cy="10058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600">
                <a:solidFill>
                  <a:srgbClr val="97BC62"/>
                </a:solidFill>
                <a:latin typeface="Courier New"/>
              </a:rPr>
              <a:t>yolo_world:
  confidence_threshold: 0.01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 1% confidence floor lets essentially random noise through as a “detection.”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The existing 70 “detections” currently shown in the pipeline/dashboard are not reliable signal — worth flagging before those numbers get used or cited anywhere.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GEO-ANOM — Task Tracker #2 — 7/20/2026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Verdict &amp; recommended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7BC62"/>
                </a:solidFill>
                <a:latin typeface="Calibri"/>
              </a:rPr>
              <a:t>Off-the-shelf zero-shot ML doesn't work here — but a simple, trainable-data-free classical CV detector already does.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Option A — harden the classical CV detector: filter out road false-positives, check recall on more sites. No training data needed, fastest path to something usable.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Option B — fine-tune YOLOv8 for a more general, learned solution: the 122 classical-CV boxes are themselves a usable first-pass label set, cutting most of the manual labeling work.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Either way: “continue extraction work” now has working output and a concrete next step — not just a negative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GEO-ANOM — Task Tracker #2 — 7/20/2026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C5F2D"/>
                </a:solidFill>
                <a:latin typeface="Cambria"/>
              </a:rPr>
              <a:t>Where to find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Zero-shot ML script: scripts/top_headcount_imagery_test.py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Classical CV detector: scripts/classical_cv_detector.py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Detections: data/processed/detections/top10_yolo_world_detections.geojson and top10_classical_cv_detections.geojson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Annotated previews: docs/imagery_experiment_assets/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Full write-up: docs/imagery_extraction_experiment_2026-07-20.md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Repo: github.com/xylem-lab/GEO-ANOM-dashboard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GEO-ANOM — Task Tracker #2 — 7/20/2026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